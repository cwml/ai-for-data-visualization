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DECK
- It's a Marp deck (Markdown). Render it any of these ways:
  - VS Code: install the "Marp for VS Code" extension, open this file, click the
    preview / "Export slide deck" button (PDF, PPTX, or HTML).
  - CLI:  npx @marp-team/marp-cli slides/ai-for-dataviz-intro.md --pdf
          npx @marp-team/marp-cli slides/ai-for-dataviz-intro.md --pptx   (edit in Google Slides/PowerPoint)
- Target ~5 minutes, ~1 slide every 40-50s. Open with slides 1-6, then jump into
  the notebook. Slide 7 (the trust checklist) is a callback to show again at the END.
- Speaker notes live in these HTML comments (Marp shows them in presenter view).
Open warm. One-liner: "You've written Python all week; yesterday you made charts in
ggplot2. Today: charts in Python — with an AI doing the typing and YOU doing the
thinking." Show of hands: who was in ggplot2 yesterday? Who used AI in 'Coding with
Claude'? Anchor to both — we build on them, we don't start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 — say the rule out loud and write it on the board if you
can. Give one quick concrete example of a misleading chart (truncated y-axis that
exaggerates a difference, or a wrong aggregation). Keep it to ~45s. Everything else
today serves this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R crowd: "you are not starting over." Don't teach seaborn here — that's
the notebook. Just land that the mental model transfers 1:1.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"read." Beginners ask, paste, and pray. The pros read what came back. In
Colab: "+ Generate" / the ✨ icon to draft, "Explain error" when a cell breaks.
Tell them the notebook has worked answers as a safety net so nobody is stuck on AI
access.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four-part structure is the single biggest lever on output quality. Contrast
"plot body mass" (vague) vs the full prompt (specific). Tell them they'll reuse this
skeleton all session.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Exercise D and §5 of the notebook. The hallucination isn't scary because it
crashes — it's scary because it's confident and plausible. This is the heart of
"AI drafts, you direct." ~40s. Then transition: "open the notebook, run the setup
cell."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on this at the open — flash it (~20s) so they know where we're headed.
Bring it BACK at the very end of the session as the closing slide / takeaway. That
bookends the whole 90 minutes on the one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AI for Visualization — Intro</dc:title>
  <dc:subject>5-minute opener for the BDSY 2026 "Using AI for Visualization" session</dc:subject>
  <dc:creator>Created by Marp</dc:creator>
  <cp:lastModifiedBy>Created by Marp</cp:lastModifiedBy>
  <cp:revision>1</cp:revision>
  <dcterms:created xsi:type="dcterms:W3CDTF">2026-06-24T00:53:10Z</dcterms:created>
  <dcterms:modified xsi:type="dcterms:W3CDTF">2026-06-24T00:53:10Z</dcterms:modified>
</cp:coreProperties>
</file>